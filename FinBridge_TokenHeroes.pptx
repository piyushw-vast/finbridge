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6576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743200" cy="6858000"/>
          </a:xfrm>
          <a:prstGeom prst="rect">
            <a:avLst/>
          </a:prstGeom>
          <a:solidFill>
            <a:srgbClr val="382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</a:rPr>
              <a:t>FB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83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957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7D2FE"/>
                </a:solidFill>
              </a:rPr>
              <a:t>A Multi-Tenant Financial Data Exchange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07792"/>
            <a:ext cx="365760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5B4FC"/>
                </a:solidFill>
              </a:rPr>
              <a:t>AI-powered invoice scanning  ·  Multi-role workflows  ·  Real-time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Team: Token Heroes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</a:rPr>
              <a:t>VAST Hackathon 2026  ·  May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18CF8"/>
                </a:solidFill>
              </a:rPr>
              <a:t>github.com/piyushw-vast/finbridge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01  /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How Businesses Share Financial Data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Mid-sized companies exchange invoices, payments and salary registers with accounting firms through: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474720" cy="1280160"/>
          </a:xfrm>
          <a:prstGeom prst="rect">
            <a:avLst/>
          </a:prstGeom>
          <a:solidFill>
            <a:srgbClr val="FFF1F2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4747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📧 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Attachments lost in threads, no version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474720" cy="1280160"/>
          </a:xfrm>
          <a:prstGeom prst="rect">
            <a:avLst/>
          </a:prstGeom>
          <a:solidFill>
            <a:srgbClr val="FFF1F2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600200"/>
            <a:ext cx="34747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19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💬 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84831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Informal, unsecured, no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600200"/>
            <a:ext cx="3474720" cy="1280160"/>
          </a:xfrm>
          <a:prstGeom prst="rect">
            <a:avLst/>
          </a:prstGeom>
          <a:solidFill>
            <a:srgbClr val="FFF1F2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600200"/>
            <a:ext cx="34747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719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📁  Shared Drives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084831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Manual naming, zero extraction, no status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The result: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182112"/>
            <a:ext cx="164592" cy="1645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12724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Accountants manually re-key data into Zoho / Tally / QuickBooks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529584"/>
            <a:ext cx="164592" cy="1645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474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Errors, duplicates and fraud go undetected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877055"/>
            <a:ext cx="164592" cy="1645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822191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No visibility for companies on invoice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224527"/>
            <a:ext cx="164592" cy="1645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169663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Compliance and GST reconciliation done by hand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1947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46E5"/>
                </a:solidFill>
              </a:rPr>
              <a:t>💡  Opportunity:  Replace ad-hoc sharing with a structured, AI-powered platform that extracts, validates and routes financial documents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02  /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FinBridge — 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Platform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6459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Onboards accounting firms
and their admins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737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06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956A"/>
                </a:solidFill>
              </a:rPr>
              <a:t>Accounting Firm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6459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Manages accountants
Onboards client companies
Configures payment heads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737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887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0E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5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7AB5"/>
                </a:solidFill>
              </a:rPr>
              <a:t>Company Admin /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5" y="16459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Uploads invoices, payments
bank statements, salary registers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1737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1887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188720"/>
            <a:ext cx="2651760" cy="5486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1298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2400E"/>
                </a:solidFill>
              </a:rPr>
              <a:t>Accountants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16459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Reviews, corrects and accepts
transactions. Publishes MIS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Core Capabilities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004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200400"/>
            <a:ext cx="45720" cy="1508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46E5"/>
                </a:solidFill>
              </a:rPr>
              <a:t>AI Bill Scanning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2102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Upload any invoice image or PDF. Groq Vision + PyMuPDF + OCR extract all fields in seconds with confidence scoring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2004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3200400"/>
            <a:ext cx="4572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Accountant Review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62102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Review queue, field-level corrections, accept/reject with notes — full audit trail on every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2004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3200400"/>
            <a:ext cx="4572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MIS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62102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Accountants publish reports. Companies view inline summaries and download as PDF. GST split included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2004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3200400"/>
            <a:ext cx="45720" cy="1508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59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</a:rPr>
              <a:t>GST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362102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Monthly CGST/SGST/IGST trend, vendor analytics, payment aging buckets, fraud signal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03  /  AI EXTRACTION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The AI Magic — How Invoice Scanning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828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8288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984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46E5"/>
                </a:solidFill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Company uploads invoice
image or PDF (any quality)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874519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5144" y="1188720"/>
            <a:ext cx="1828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5144" y="1188720"/>
            <a:ext cx="1828800" cy="45720"/>
          </a:xfrm>
          <a:prstGeom prst="rect">
            <a:avLst/>
          </a:prstGeom>
          <a:solidFill>
            <a:srgbClr val="0E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2304" y="1298448"/>
            <a:ext cx="347472" cy="347472"/>
          </a:xfrm>
          <a:prstGeom prst="rect">
            <a:avLst/>
          </a:prstGeom>
          <a:solidFill>
            <a:srgbClr val="0E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2304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12984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E7AB5"/>
                </a:solidFill>
              </a:rPr>
              <a:t>Vision Enhancement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1719072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Deskew · Denoise · Contrast
PDF render via PyMuPDF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4" y="1874519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188720"/>
            <a:ext cx="1828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0248" y="1188720"/>
            <a:ext cx="18288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1298448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2984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Multi-Engine 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1719072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Groq Vision (LLaMA)
+ PyMuPDF + Tesseract OCR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1874519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188720"/>
            <a:ext cx="1828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1188720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2512" y="1298448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2984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Consensus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1719072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3 engines vote on each field
Conflicts flagged automatically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1874519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0456" y="1188720"/>
            <a:ext cx="1828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0456" y="118872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57616" y="1298448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6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4816" y="12984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Trust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1719072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0–100 risk score assigned
Auto-accept if score ≥ 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9256" y="1874519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95560" y="1188720"/>
            <a:ext cx="1828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5560" y="1188720"/>
            <a:ext cx="182880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32720" y="1298448"/>
            <a:ext cx="347472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129844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</a:rPr>
              <a:t>Review / Accept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1719072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Accountant reviews conflicts
Corrects and accepts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154680"/>
            <a:ext cx="11521440" cy="292608"/>
          </a:xfrm>
          <a:prstGeom prst="rect">
            <a:avLst/>
          </a:prstGeom>
          <a:solidFill>
            <a:srgbClr val="EEF2FF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191256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F46E5"/>
                </a:solidFill>
              </a:rPr>
              <a:t>Fields Extracted:   Vendor Name  ·  GST Number  ·  Invoice Number  ·  Date  ·  Line Items  ·  Subtotal  ·  Tax Amount  ·  Total Amount  ·  Payment Terms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657600"/>
            <a:ext cx="35661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7490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≥ 85 / 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133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Auto-Accepted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407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High confidence — no human review needed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3657600"/>
            <a:ext cx="35661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51960" y="37490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60 – 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4133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Human Review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51960" y="4407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Routed to accountant for verification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3657600"/>
            <a:ext cx="35661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37490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3F5E"/>
                </a:solidFill>
              </a:rPr>
              <a:t>&lt; 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133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High Risk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4407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Mandatory manual review + conflict resolution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50474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Duplicate Detection  ·  GST Format Validation  ·  Amount Anomaly Detection  ·  Vendor Trust Scoring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04  /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192024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</a:rPr>
              <a:t>React Frontend  (Vite + Tailwind CSS)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17043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Company Admin /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64792" y="1572768"/>
            <a:ext cx="117043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159105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Accountant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26663" y="1572768"/>
            <a:ext cx="117043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3" y="159105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Firm 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572768"/>
            <a:ext cx="117043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591056"/>
            <a:ext cx="1170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Platform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546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REST API  /  JWT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</a:rPr>
              <a:t>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530352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47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FastAPI Backend  (Python + SQLAlchemy async)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5020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935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Auth + RBAC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7048" y="395020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395935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Invoice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1176" y="395020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395935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75304" y="395020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395935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3950208"/>
            <a:ext cx="960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95935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8640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🐘 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33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Async · JSONB · Alembic migrations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486400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⚡  Groq Vision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833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LLaMA 3.2 Vision · PyMuPDF · OCR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097280"/>
            <a:ext cx="53949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Tech Stack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162763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162763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F46E5"/>
                </a:solidFill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16276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React 18  ·  Vite  ·  Tailwind CSS  ·  React Router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2212848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2128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22128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FastAPI  ·  Python 3.10  ·  SQLAlchemy async  ·  Alembic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2798064"/>
            <a:ext cx="54864" cy="256032"/>
          </a:xfrm>
          <a:prstGeom prst="rect">
            <a:avLst/>
          </a:prstGeom>
          <a:solidFill>
            <a:srgbClr val="0E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2798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E7AB5"/>
                </a:solidFill>
              </a:rPr>
              <a:t>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7980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PostgreSQL 14  ·  asyncpg  ·  JSONB columns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383280"/>
            <a:ext cx="54864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3383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AI / 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383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Groq Vision API  ·  LLaMA 3.2 Vision  ·  PyMuPDF  ·  Tesseract OCR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3968496"/>
            <a:ext cx="54864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9684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3F5E"/>
                </a:solidFill>
              </a:rPr>
              <a:t>Auth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39684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JWT (RS256)  ·  Role-based access control  ·  5 roles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60" y="4553712"/>
            <a:ext cx="5486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45537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PWA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45537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Service Worker  ·  Web App Manifest  ·  Installable on iOS + Android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60" y="5138927"/>
            <a:ext cx="54864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51389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</a:rPr>
              <a:t>DevOps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513892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Git  ·  Uvicorn  ·  python-dotenv  ·  Pillow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05  /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Everything the Hackathon Asked For —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 Must-Have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45336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Multi-tenant role-based auth — Platform Admin → Firm Admin → Company → Accountant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10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Company onboarding with configurable payment heads &amp; sub-heads by business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03703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396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Financial data upload — invoices (purchase/sales), payments, salary registers, bank statements, ledgers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32887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68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AI-powered bill scanning — Groq Vision + consensus extraction engine + trust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62071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980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Accountant review workflow — refine, correct, accept, reject with 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1255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2724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MIS Reports — accountant publishes, company views inline summary + downloads as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097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🚀  Stretch Goals (Bonus)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45336"/>
            <a:ext cx="164592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1481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PWA — installable on Android &amp; iOS home screen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74519"/>
            <a:ext cx="164592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1810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Dashboard with insights — cash flow, top vendors, spend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203703"/>
            <a:ext cx="164592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2139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Audit trail — every action logged with actor + timestamp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32887"/>
            <a:ext cx="164592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24688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Notifications — real-time bell, per-event types (accept/reject/report)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62071"/>
            <a:ext cx="164592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279806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GST Dashboard — CGST/SGST/IGST split, monthly trend, payment aging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91255"/>
            <a:ext cx="164592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312724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Bulk document upload — bank statements, salary registers (up to 10 files)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57600"/>
            <a:ext cx="114300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22191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⭐  Beyond the Brief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87952"/>
            <a:ext cx="35661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187952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42793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Risk Radar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" y="4572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Multi-dimensional risk profile — 6-axis radar chart per invoice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4187952"/>
            <a:ext cx="35661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4187952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42793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Fraud Signals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88536" y="4572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Anomaly detection — duplicate invoices, suspicious amounts, weekend 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06  /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End-to-End Demo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17627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98448"/>
            <a:ext cx="126187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673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Login as Company Admin
(companyadmin@acme.com)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240280"/>
            <a:ext cx="199339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Dashboard shows 13 invoices,
spend insights, fraud signals,
payment 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188720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188720"/>
            <a:ext cx="217627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1298448"/>
            <a:ext cx="126187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131673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Upload an Invoice
(any PDF or photo)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240280"/>
            <a:ext cx="199339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AI extracts all fields in &lt;5s
Trust score assigned
Conflicts flagged in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1188720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1188720"/>
            <a:ext cx="217627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32120" y="1298448"/>
            <a:ext cx="126187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131673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Login as Accountant
(accountant@demo.com)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2240280"/>
            <a:ext cx="199339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936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Review queue shows pending
Correct fields, add notes
Accept or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188720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188720"/>
            <a:ext cx="21762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1298448"/>
            <a:ext cx="126187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131673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6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Back to Company
View Invoice Detail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2240280"/>
            <a:ext cx="199339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0376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Risk Radar · Invoice Journey
AI summary · Audit trail
All updated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19202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1188720"/>
            <a:ext cx="21762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29800" y="1188720"/>
            <a:ext cx="21762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87000" y="1298448"/>
            <a:ext cx="126187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1316736"/>
            <a:ext cx="1261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7816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View MIS Reports
&amp; GST Dashboard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2240280"/>
            <a:ext cx="199339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57816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Download PDF report
GST split · monthly trend
Vendor 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520440"/>
            <a:ext cx="1152144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593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</a:rPr>
              <a:t>Demo Seed Data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858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20 documents  ·  2 companies  ·  5 document types  ·  3 MIS reports  ·  Mix of accepted / under review / rejected / high-risk invoices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4480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Login Credentials: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8006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" y="48646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Company Admin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" y="508406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companyadmin@acme.com / company123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48006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48646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Accountant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508406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accountant@demo.com / acc123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5624" y="48006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48646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Firm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508406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firmadmin@demo.com / firm123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43416" y="480060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53144" y="48646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Platform Admin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53144" y="508406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admin@finbridge.com / admin123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</a:rPr>
              <a:t>07  /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What We'd Build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" cy="1325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10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84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Connect to Zoho Books, Tally, QuickBooks via official APIs — eliminating manual re-entry entirely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2710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Mobile Native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184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React Native app for field invoice capture — point camera, AI extracts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797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Bank Reconciliation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12724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Automated matching of bank statement entries with uploaded invoices — ML-powered categorization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5176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54864" cy="13258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797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</a:rPr>
              <a:t>Multi-Currency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2724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Forex handling, currency conversion, international vendor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54864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885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Scheduled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3600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Auto-generate and email MIS reports on configurable schedules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160520"/>
            <a:ext cx="55778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60520"/>
            <a:ext cx="54864" cy="1325880"/>
          </a:xfrm>
          <a:prstGeom prst="rect">
            <a:avLst/>
          </a:prstGeom>
          <a:solidFill>
            <a:srgbClr val="0E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2885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AB5"/>
                </a:solidFill>
              </a:rPr>
              <a:t>Compliance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63600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Automated GST filing data prep, TDS tracking, regulatory deadline alerts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42432"/>
            <a:ext cx="11430000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155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FinBridge is the foundation. The platform is designed to scale to full accounting automation — replacing email and WhatsApp forever.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